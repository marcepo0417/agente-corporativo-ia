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Estratégico 2026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NovaTech Solutions — Plan Estratégico y OKRs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Estratégica · Junio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Consolidar a NovaFlow como la plataforma de gestión de proyectos líder para pymes en Latinoamérica, alcanzando 5,000 clientes activos y expandiendo operaciones a Brasil y Argentina.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D9E1F2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70332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Lanzar Automations 2.0 y app móvil nativa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30175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D9E1F2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66160" y="370332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a Brasil y Argentina en Q3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30175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D9E1F2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Retención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370332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Reducir el churn mensual de 3.2% a 2.0%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89720" y="30175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D9E1F2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0" y="370332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Crecer de 140 a 175 colaboradores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OKRs — Q3 2026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Acelerar la expansión regional y estabilizar la retención de clientes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9728" cy="6400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KR1: Lanzar operaciones comerciales en Brasil con 15 clientes piloto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09728" cy="6400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889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KR2: Reducir el churn mensual promedio de 3.2% a 2.6%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09728" cy="6400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7033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KR3: Alcanzar 4,200 clientes activos en la plataforma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OKRs — Q4 2026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Consolidar el producto y preparar la escalabilidad de la operación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9728" cy="6400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KR1: Publicar Automations 2.0 en general availability para todos los planes Business+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09728" cy="6400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889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KR2: Completar la integración nativa con 3 ERPs usados en Latinoamérica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09728" cy="6400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7033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KR3: Cerrar el año con 175 colaboradores y un eNPS interno superior a 45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 Producto — Próximos 4 trimestres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F4E7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51660" y="1965960"/>
            <a:ext cx="0" cy="27432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4028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D9E1F2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774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 móvil nativa (beta)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Expansión a Brasil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F4E78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463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40580" y="1965960"/>
            <a:ext cx="0" cy="27432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24028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D9E1F2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3774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Automations 2.0 GA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74720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Integración con ERPs locales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F4E7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463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29500" y="1965960"/>
            <a:ext cx="0" cy="27432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24028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D9E1F2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3774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Expansión a Argentina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63640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Panel de analítica avanzada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15400" y="146304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F4E78"/>
          </a:solidFill>
          <a:ln/>
        </p:spPr>
      </p:sp>
      <p:sp>
        <p:nvSpPr>
          <p:cNvPr id="22" name="Text 20"/>
          <p:cNvSpPr/>
          <p:nvPr/>
        </p:nvSpPr>
        <p:spPr>
          <a:xfrm>
            <a:off x="8915400" y="1463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218420" y="1965960"/>
            <a:ext cx="0" cy="27432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15400" y="224028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D9E1F2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0" y="23774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Certificación SOC 2 Tipo II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052560" y="3246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Marketplace de plantillas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2026-07-17T03:19:33Z</dcterms:created>
  <dcterms:modified xsi:type="dcterms:W3CDTF">2026-07-17T03:19:33Z</dcterms:modified>
</cp:coreProperties>
</file>